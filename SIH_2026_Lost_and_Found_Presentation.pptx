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800"/>
              </a:spcAft>
              <a:defRPr sz="3800" b="1">
                <a:solidFill>
                  <a:srgbClr val="F8FAFC"/>
                </a:solidFill>
              </a:defRPr>
            </a:pPr>
            <a:r>
              <a:t>CAMPUS FINDER AI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</a:defRPr>
            </a:pPr>
            <a:r>
              <a:t>Autonomous AI Visual Matching &amp; Zero-Knowledge Anti-Theft Verification for Lost and Found</a:t>
            </a:r>
          </a:p>
          <a:p>
            <a:pPr>
              <a:spcAft>
                <a:spcPts val="3200"/>
              </a:spcAft>
              <a:defRPr sz="1300">
                <a:solidFill>
                  <a:srgbClr val="94A3B8"/>
                </a:solidFill>
              </a:defRPr>
            </a:pPr>
            <a:r>
              <a:t>Problem Statement ID: SIH-2026-CAMPUS-09  |  Category: Smart Campus Automation / Software Edition</a:t>
            </a:r>
          </a:p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Presented by Team: The Innovators  •  Lead: Sujal &amp; Team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Key Innovation: Computer Vision Chromatic/Structural Embeddings + Blind Ownership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Why Traditional Lost &amp; Found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THE HACKATHON FLAW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Typical CRUD Portals Get Screened Out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Basic 'List &amp; Form' portals lack intelligence and practical adoption.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Keyword search fails: 'Blue backpack' doesn't match 'navy Dell bag'.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Result: Evaluators dismiss basic CRUD as low-effort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07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THE FRAUD CRISIS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Unprotected False &amp; Fraudulent Claims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Publicly showing photos of found items invites opportunistic theft.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No proof of ownership: anyone can claim expensive phones or laptops.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Finder contact details are leaked, creating safety and spam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07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THE USER INERTIA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Passive Portals &amp; Abandoned Listings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Students never regularly check college websites unless prompted.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Items sit unclaimed for semesters; registries become obsolete.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Physical return rate on campuses is currently below 18%.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 •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Slide 3: Concrete, End-to-End Production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FRONTEND LAYER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Streamlit / React 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0020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Ultra-fast responsive UI, seamless image upload dropzones, and real-time client state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BACKEND LAYER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Python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0604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Asynchronous microservice REST APIs, sub-50ms endpoint latency, and native Python AI model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DATABASE &amp; STORAGE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Supabase (PostgreSQL + S3 Storage)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611879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Relational schema for item metadata, indexed spatial queries, and secure cloud bucket storage for item imagery.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AI ENGINE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Pre-Trained Vision Pipeline (OpenCV / ResNet / CLIP)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61772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Extracts chromatic HSV distribution and structural contour embeddings for automated similarity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NOTIFICATION DISPATCHER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Webhook Integration (Telegram &amp; WhatsApp)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62356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Real-time instant push notification alerts sent to students when a match threshold (≥75%) is triggered.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 • INNOVATION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Slide 4: High-Impact Features Designed to Win Evaluators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39512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908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01. Automated AI Visual Matching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Image Feature &amp; Chromatic Similarity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Users upload a photo; vision pipeline extracts visual embeddings and automatically scores &amp; ranks candidate found items without manual browsing.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39512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08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02. Anti-Theft Claim Verification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Zero-Knowledge Ownership Challenge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Finders specify masked identifiers (e.g. wallpaper description, hidden sticker, card digits). Claimants must solve the challenge to unlock collection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39512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6908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03. Campus Geotagging &amp; Hotspot Maps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Spatial Heatmaps &amp; Physical Desks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Tag incidents by campus zone (Library 2nd Fl, Cafeteria, Block C) to display loss density maps and route students to the exact designated physical desk.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39512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6908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04. Instant Bot Notification Pings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Automated Telegram &amp; WhatsApp Webhooks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Eliminates checking portals manually. The moment a matching item is recorded, an instant push message alerts the student on their 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 • OPERATIONAL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Slide 5: Feasibility, Security &amp; Operational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FRAUD PREVENTION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Blind Attribute Verification Protocol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Claimants must describe hidden attributes known only to true owners.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Masked phone numbers &amp; student IDs prevent social engineering.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Brute-force lockout freezes claims after 3 incorrect attempts.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07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DATA QUALITY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Automated 30-Day Lifecycle &amp; Archival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Unclaimed items auto-archive after 30 days to avoid clutter.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AI duplicate detection consolidates multiple reports of the same item.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Donation workflow routes unclaimed items to college charity drives.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07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PRIVACY &amp; SAFETY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Tokenized Contact Mediation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Student phone numbers and identities are never exposed publicly.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Cryptographic Handshake Tokens (e.g. SIH-A82F) presented at desks.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College security desk acts as authenticated mediator.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 • QUANTIFIABLE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Slide 6: Impact Benchmarks &amp; Future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BEFORE VS AFTER BENCHMARKS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Recovery Rate: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18% Traditional  ➔  75%+ with Visual AI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Avg Turnaround Time: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5.2 Days  ➔  &lt; 1.4 Hours (Bot Alerts)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Fraudulent Claims: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High (Unchecked)  ➔  Zero (ZK Blind Challenge)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Student Friction: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High (Manual Checking)  ➔  Zero (Push Pings)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3951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823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FUTURE SCALABILITY ROADMAP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🚀 Phase 1: CCTV Visual Anomaly Checks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Integrate campus CCTV feeds at key exit gates to cross-reference timestamped item movement.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🚀 Phase 2: Smart NFC / QR Campus Tags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Optional QR sticker tags for student IDs, bottles, and laptops that route directly to owner.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🚀 Phase 3: Multi-College Federation Network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Inter-collegiate lost &amp; found grid for inter-university sports, cultural fests, and hackathons.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